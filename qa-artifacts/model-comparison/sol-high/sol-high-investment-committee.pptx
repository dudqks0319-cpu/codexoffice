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 rendered conten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 rendered conten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 rendered content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 High Investment Committee</dc:title>
  <dc:subject>GenOffice model comparison portfolio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
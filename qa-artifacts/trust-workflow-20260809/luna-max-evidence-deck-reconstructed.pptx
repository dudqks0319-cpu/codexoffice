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Reconstruction provenance: native editable reproduction of the deck visibly generated, reviewed, evidence-linked, and committed by gpt-5.6-luna with max reasoning in the packaged GenOffice smoke run.
Sources consulted by the model run:
https://github.com/openai/codex
https://developers.openai.com/codex/
All recommendation strength and risk prioritization are qualitative assessments, not measured performance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Reconstruction provenance: native editable reproduction of the deck visibly generated, reviewed, evidence-linked, and committed by gpt-5.6-luna with max reasoning in the packaged GenOffice smoke run.
Sources consulted by the model run:
https://github.com/openai/codex
https://developers.openai.com/codex/
All recommendation strength and risk prioritization are qualitative assessments, not measured performance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Reconstruction provenance: native editable reproduction of the deck visibly generated, reviewed, evidence-linked, and committed by gpt-5.6-luna with max reasoning in the packaged GenOffice smoke run.
Sources consulted by the model run:
https://github.com/openai/codex
https://developers.openai.com/codex/
All recommendation strength and risk prioritization are qualitative assessments, not measured performance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2D4"/>
                </a:solidFill>
              </a:rPr>
              <a:t>Decision: adopt Codex SDK 0.146 through a controlled pilot for trust-first, offline-capable office workflows.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30352" y="1828800"/>
            <a:ext cx="3154680" cy="1691640"/>
          </a:xfrm>
          <a:prstGeom prst="roundRect">
            <a:avLst>
              <a:gd name="adj" fmla="val 7568"/>
            </a:avLst>
          </a:prstGeom>
          <a:solidFill>
            <a:srgbClr val="17364D"/>
          </a:solidFill>
          <a:ln w="12700">
            <a:solidFill>
              <a:srgbClr val="17364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" y="19659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4E0CE"/>
                </a:solidFill>
              </a:rPr>
              <a:t>Trust first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94944" y="2286000"/>
            <a:ext cx="28346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6F7FB"/>
                </a:solidFill>
              </a:rPr>
              <a:t>Local control, explicit actions,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6F7FB"/>
                </a:solidFill>
              </a:rPr>
              <a:t>human review.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79392" y="1828800"/>
            <a:ext cx="3154680" cy="1691640"/>
          </a:xfrm>
          <a:prstGeom prst="roundRect">
            <a:avLst>
              <a:gd name="adj" fmla="val 7568"/>
            </a:avLst>
          </a:prstGeom>
          <a:solidFill>
            <a:srgbClr val="203A62"/>
          </a:solidFill>
          <a:ln w="12700">
            <a:solidFill>
              <a:srgbClr val="203A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43984" y="19659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2A7FF"/>
                </a:solidFill>
              </a:rPr>
              <a:t>Offline capable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443984" y="2286000"/>
            <a:ext cx="28346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6F7FB"/>
                </a:solidFill>
              </a:rPr>
              <a:t>Core work should remain usable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6F7FB"/>
                </a:solidFill>
              </a:rPr>
              <a:t>when network access is absent.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28432" y="1828800"/>
            <a:ext cx="3154680" cy="1691640"/>
          </a:xfrm>
          <a:prstGeom prst="roundRect">
            <a:avLst>
              <a:gd name="adj" fmla="val 7568"/>
            </a:avLst>
          </a:prstGeom>
          <a:solidFill>
            <a:srgbClr val="45352E"/>
          </a:solidFill>
          <a:ln w="12700">
            <a:solidFill>
              <a:srgbClr val="4535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93024" y="19659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</a:rPr>
              <a:t>Guardrails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193024" y="2286000"/>
            <a:ext cx="28346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6F7FB"/>
                </a:solidFill>
              </a:rPr>
              <a:t>Version pinning, permission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6F7FB"/>
                </a:solidFill>
              </a:rPr>
              <a:t>boundaries, audit trail.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4617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57"/>
                </a:solidFill>
              </a:rPr>
              <a:t>Recommendation: approve a bounded pilot; expand only after operational validation.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2D4"/>
                </a:solidFill>
              </a:rPr>
              <a:t>Qualitative readout for the executive decision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325880"/>
          <a:ext cx="11109960" cy="2788920"/>
        </p:xfrm>
        <a:graphic>
          <a:graphicData uri="http://schemas.openxmlformats.org/drawingml/2006/table">
            <a:tbl>
              <a:tblPr/>
              <a:tblGrid>
                <a:gridCol w="3703320"/>
                <a:gridCol w="3703320"/>
                <a:gridCol w="37033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Dimension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Readout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signal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Trust model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Strong fit when approvals and boundaries are explicit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Proceed with governance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Offline posture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 work should degrade gracefully when network is absent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Design for offline first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Adoption path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Bounded pilot reduces operational uncertainty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 before scale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30352" y="4434840"/>
            <a:ext cx="11109960" cy="804672"/>
          </a:xfrm>
          <a:prstGeom prst="roundRect">
            <a:avLst/>
          </a:prstGeom>
          <a:solidFill>
            <a:srgbClr val="17364D"/>
          </a:solidFill>
          <a:ln w="12700">
            <a:solidFill>
              <a:srgbClr val="17364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4599432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7FB"/>
                </a:solidFill>
              </a:rPr>
              <a:t>Bottom line — treat the SDK as a controlled capability layer, with local validation as the gate to expansion.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 / Next Actions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051560"/>
          <a:ext cx="11109960" cy="3337560"/>
        </p:xfrm>
        <a:graphic>
          <a:graphicData uri="http://schemas.openxmlformats.org/drawingml/2006/table">
            <a:tbl>
              <a:tblPr/>
              <a:tblGrid>
                <a:gridCol w="3703320"/>
                <a:gridCol w="3703320"/>
                <a:gridCol w="37033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 it matters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First mitigation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Release drift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Behavior can change between updates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Pin version; keep regression checks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Offline gaps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Network-dependent paths may fail unexpectedly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 explicit offline mode and fallbacks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boundaries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Sensitive content could cross trust zones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least privilege; require review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 confidence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Opaque automation slows adoption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Explain actions; confirm high-impact changes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B9B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30352" y="4617720"/>
            <a:ext cx="11109960" cy="841248"/>
          </a:xfrm>
          <a:prstGeom prst="roundRect">
            <a:avLst/>
          </a:prstGeom>
          <a:solidFill>
            <a:srgbClr val="203A62"/>
          </a:solidFill>
          <a:ln w="12700">
            <a:solidFill>
              <a:srgbClr val="203A6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31520" y="468172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857"/>
                </a:solidFill>
              </a:rPr>
              <a:t>Next actions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31520" y="49560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6F7FB"/>
                </a:solidFill>
              </a:rPr>
              <a:t>Define pilot boundary → validate representative workflows → set go/no-go criteria.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GenOffice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 SDK 0.146 — controlled pilot decision</dc:title>
  <dc:subject>Trust-first Codex SDK adoption decision deck</dc:subject>
  <dc:creator>GenOffice QA — reconstructed from a successful Luna Max package smoke</dc:creator>
  <cp:lastModifiedBy>GenOffice QA — reconstructed from a successful Luna Max package smoke</cp:lastModifiedBy>
  <cp:revision>1</cp:revision>
  <dcterms:created xsi:type="dcterms:W3CDTF">2026-08-09T17:41:56Z</dcterms:created>
  <dcterms:modified xsi:type="dcterms:W3CDTF">2026-08-09T17:41:56Z</dcterms:modified>
</cp:coreProperties>
</file>